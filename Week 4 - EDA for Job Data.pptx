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f3f716a9d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9f3f716a9d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f3f716a9d_2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9f3f716a9d_2_8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f3f716a9d_2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9f3f716a9d_2_8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f3f716a9d_2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39f3f716a9d_2_8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f3f716a9d_2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9f3f716a9d_2_9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f3f716a9d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9f3f716a9d_2_10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f3f716a9d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9f3f716a9d_2_10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f3f716a9d_2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9f3f716a9d_2_1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f3f716a9d_2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9f3f716a9d_2_1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f3f716a9d_0_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f3f716a9d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f3f716a9d_0_6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f3f716a9d_0_6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68450" y="4532825"/>
            <a:ext cx="78177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2"/>
                </a:solidFill>
              </a:rPr>
              <a:t>Source: https://colab.research.google.com/drive/1hFRpscNz9yd6rDwyvU3O8r1RCAge_Exa?usp=sharing</a:t>
            </a:r>
            <a:endParaRPr sz="1200">
              <a:solidFill>
                <a:schemeClr val="lt2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951550" y="1297850"/>
            <a:ext cx="7430700" cy="23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Company Hiring Behavior &amp; Industry Dynamics </a:t>
            </a:r>
            <a:endParaRPr b="1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Scenario: “Your client is an investor analyzing which companies are hiring aggressively in tech.”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37" y="748201"/>
            <a:ext cx="9095263" cy="400105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48737" y="255741"/>
            <a:ext cx="1624243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 20 Tech Job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592" y="364652"/>
            <a:ext cx="8718774" cy="4417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595977" y="1640050"/>
            <a:ext cx="43083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Industry Dynamics</a:t>
            </a:r>
            <a:endParaRPr b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/>
        </p:nvSpPr>
        <p:spPr>
          <a:xfrm>
            <a:off x="191729" y="171217"/>
            <a:ext cx="45720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GB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Calculate total postings per sector</a:t>
            </a:r>
            <a:endParaRPr sz="1000"/>
          </a:p>
        </p:txBody>
      </p:sp>
      <p:pic>
        <p:nvPicPr>
          <p:cNvPr id="77" name="Google Shape;7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588" y="514019"/>
            <a:ext cx="3502419" cy="1896471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/>
        </p:nvSpPr>
        <p:spPr>
          <a:xfrm>
            <a:off x="2669458" y="2733011"/>
            <a:ext cx="45720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GB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Analyze growth trend per sector</a:t>
            </a:r>
            <a:endParaRPr sz="1000"/>
          </a:p>
        </p:txBody>
      </p:sp>
      <p:pic>
        <p:nvPicPr>
          <p:cNvPr id="79" name="Google Shape;7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4184" y="3079259"/>
            <a:ext cx="3875631" cy="179659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/>
        </p:nvSpPr>
        <p:spPr>
          <a:xfrm>
            <a:off x="4361837" y="202396"/>
            <a:ext cx="39711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GB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Calculate median salary per sector</a:t>
            </a:r>
            <a:endParaRPr sz="1000"/>
          </a:p>
        </p:txBody>
      </p:sp>
      <p:pic>
        <p:nvPicPr>
          <p:cNvPr id="81" name="Google Shape;8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73057" y="617894"/>
            <a:ext cx="3526058" cy="1865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349" y="385070"/>
            <a:ext cx="3572736" cy="2178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2349" y="2580047"/>
            <a:ext cx="4494511" cy="2498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41607" y="558330"/>
            <a:ext cx="4326480" cy="249877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8"/>
          <p:cNvSpPr txBox="1"/>
          <p:nvPr/>
        </p:nvSpPr>
        <p:spPr>
          <a:xfrm>
            <a:off x="291341" y="108071"/>
            <a:ext cx="4572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 trending and declining sectors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023" y="804467"/>
            <a:ext cx="3722774" cy="3126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5576" y="804466"/>
            <a:ext cx="3997083" cy="305974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9"/>
          <p:cNvSpPr txBox="1"/>
          <p:nvPr/>
        </p:nvSpPr>
        <p:spPr>
          <a:xfrm>
            <a:off x="342961" y="217919"/>
            <a:ext cx="4572000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 trending and declining sectors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/>
        </p:nvSpPr>
        <p:spPr>
          <a:xfrm>
            <a:off x="280219" y="230209"/>
            <a:ext cx="4572000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 top-paying industries</a:t>
            </a:r>
            <a:endParaRPr sz="1100"/>
          </a:p>
        </p:txBody>
      </p:sp>
      <p:pic>
        <p:nvPicPr>
          <p:cNvPr id="102" name="Google Shape;10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219" y="633031"/>
            <a:ext cx="3851315" cy="365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6859" y="809793"/>
            <a:ext cx="3586341" cy="4049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0821" y="809793"/>
            <a:ext cx="4236835" cy="410822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1"/>
          <p:cNvSpPr txBox="1"/>
          <p:nvPr/>
        </p:nvSpPr>
        <p:spPr>
          <a:xfrm>
            <a:off x="270826" y="225475"/>
            <a:ext cx="7395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i="0"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rending sectors, declining sectors, and top-paying industries.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61825"/>
            <a:ext cx="8839198" cy="385463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2"/>
          <p:cNvSpPr txBox="1"/>
          <p:nvPr/>
        </p:nvSpPr>
        <p:spPr>
          <a:xfrm>
            <a:off x="270826" y="225475"/>
            <a:ext cx="7395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Top 20 Sectors by Median Salary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9450" y="152400"/>
            <a:ext cx="6345400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